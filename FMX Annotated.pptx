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9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14800-50E8-5447-B750-17A59A7E87F9}" v="2" dt="2026-04-07T14:32:26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2"/>
    <p:restoredTop sz="94729"/>
  </p:normalViewPr>
  <p:slideViewPr>
    <p:cSldViewPr snapToGrid="0">
      <p:cViewPr varScale="1">
        <p:scale>
          <a:sx n="81" d="100"/>
          <a:sy n="81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lman, Sharon" userId="c6952f7c-0281-4c0a-be80-dc6881ac9f5e" providerId="ADAL" clId="{27040288-9107-59FB-9DB1-45EED5070910}"/>
    <pc:docChg chg="addSld modSld">
      <pc:chgData name="Perelman, Sharon" userId="c6952f7c-0281-4c0a-be80-dc6881ac9f5e" providerId="ADAL" clId="{27040288-9107-59FB-9DB1-45EED5070910}" dt="2026-04-07T14:32:28.691" v="44" actId="1076"/>
      <pc:docMkLst>
        <pc:docMk/>
      </pc:docMkLst>
      <pc:sldChg chg="addSp modSp mod">
        <pc:chgData name="Perelman, Sharon" userId="c6952f7c-0281-4c0a-be80-dc6881ac9f5e" providerId="ADAL" clId="{27040288-9107-59FB-9DB1-45EED5070910}" dt="2026-04-07T14:32:12.930" v="42" actId="20577"/>
        <pc:sldMkLst>
          <pc:docMk/>
          <pc:sldMk cId="955346692" sldId="257"/>
        </pc:sldMkLst>
        <pc:spChg chg="add mod">
          <ac:chgData name="Perelman, Sharon" userId="c6952f7c-0281-4c0a-be80-dc6881ac9f5e" providerId="ADAL" clId="{27040288-9107-59FB-9DB1-45EED5070910}" dt="2026-04-07T14:32:12.930" v="42" actId="20577"/>
          <ac:spMkLst>
            <pc:docMk/>
            <pc:sldMk cId="955346692" sldId="257"/>
            <ac:spMk id="2" creationId="{DAF62A7E-94EF-9226-7C77-09BBFF33083D}"/>
          </ac:spMkLst>
        </pc:spChg>
      </pc:sldChg>
      <pc:sldChg chg="addSp modSp new mod">
        <pc:chgData name="Perelman, Sharon" userId="c6952f7c-0281-4c0a-be80-dc6881ac9f5e" providerId="ADAL" clId="{27040288-9107-59FB-9DB1-45EED5070910}" dt="2026-04-07T14:32:28.691" v="44" actId="1076"/>
        <pc:sldMkLst>
          <pc:docMk/>
          <pc:sldMk cId="2966888412" sldId="258"/>
        </pc:sldMkLst>
        <pc:spChg chg="add mod">
          <ac:chgData name="Perelman, Sharon" userId="c6952f7c-0281-4c0a-be80-dc6881ac9f5e" providerId="ADAL" clId="{27040288-9107-59FB-9DB1-45EED5070910}" dt="2026-04-07T14:32:28.691" v="44" actId="1076"/>
          <ac:spMkLst>
            <pc:docMk/>
            <pc:sldMk cId="2966888412" sldId="258"/>
            <ac:spMk id="4" creationId="{EC358B26-D141-97DF-AFF7-DEB70582BB20}"/>
          </ac:spMkLst>
        </pc:spChg>
        <pc:picChg chg="add mod">
          <ac:chgData name="Perelman, Sharon" userId="c6952f7c-0281-4c0a-be80-dc6881ac9f5e" providerId="ADAL" clId="{27040288-9107-59FB-9DB1-45EED5070910}" dt="2026-04-07T14:32:04.116" v="40" actId="1076"/>
          <ac:picMkLst>
            <pc:docMk/>
            <pc:sldMk cId="2966888412" sldId="258"/>
            <ac:picMk id="3" creationId="{F6059D11-7D80-87DD-DEC3-0CB1AB0092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B61E-9E4B-2D3E-4E8D-0A789778E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E73E2-4F16-C3CF-0FFF-AFA999624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8A83-B035-80E0-1261-2F0C07DC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E49F7-A0CF-BDB1-9EA6-D955AF9A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3A50B-B900-B2CB-9623-93FAF540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0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C057-DFD8-9C06-92CA-2589ECF5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DDF1F-6408-290E-673C-D7AD637C7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13CCF-D03A-BB76-9F0C-DF4654DF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99D6-3348-493D-2A61-3669BF6D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561FE-B18D-1BAC-183F-8477ED83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7016-40D9-BD30-90A8-BE2ED707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8ED21-0A9F-31DB-45FA-910DCD754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A1A1E-F57B-A9A9-4010-7FD86EED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86977-6CDE-6C7E-F0A0-3D60D671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A3EAE-50ED-FB5A-2393-E21CA1CB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8FFA-63F9-CD80-611B-66F2BD52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6751-86BA-E616-B261-0075CA324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69990-D908-FB8C-CB87-004BCC1E8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FB0C0-F6EB-2C21-763C-8D6E8C79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45470-2B44-5F78-54F4-33AB7A12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C518C-F4D6-F95E-3B86-A1CA1ACF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0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2755-26B6-9E2C-4E0D-CE021AF7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FDDD0-DD48-E707-BAD8-6DD100B1B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AFE9C-0925-BBE8-E047-8DC997A43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1065D-DFD5-ABF4-45B0-2EA61C8DC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C1305-53E2-3DC0-5316-A3BC0761C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43F99-FEA4-2964-AAC5-02FE78652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ACF89-CAD3-9373-4123-1DF66530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390E9-7BAA-9E88-60A6-EBB4C0BE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009E-3F97-F3D8-C046-A74C9B8A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B9E45-E976-FF0A-2A91-16718CE0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D77A-86C2-4441-A8AA-DDDA8BFA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48FD8-65CC-33EF-374D-51DF0221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6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0D876-B6D5-3839-8ED3-8E88AF8B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4A0DF-5269-8947-6050-B3FCF19A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A9E88-4421-16BD-2110-BC282A8E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4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DECA-F045-C7A7-D665-FB781FC7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9574-D3E2-6D33-4A6C-52767F047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51342-0D20-6D01-6706-9C38E79DF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9CD36-8A84-78A7-7839-597CA60B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C4023-6499-6A2E-66F3-483BB14C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2E476-F035-DB2B-C023-783BE7D1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09CB-1F8A-6327-653A-9DD7A052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1DC5D-CFFB-480D-06E5-EB2D1E93C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89A4A-4A6B-6A63-96AD-9A65AE21A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0AD09-8647-7055-345C-B3540276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66138-F7BB-FB7F-A54E-9A48F077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66631-20B6-76A2-39CB-CE951571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0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41B8-9701-94B4-D4F3-965685B6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8B791-89AA-B53C-3E83-6C3265A05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DAE1E-1718-B1F8-95F4-B8B578DC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8A9C4-8410-9F31-DC38-2EBF354C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06D5-5AF3-779A-CA6D-C9EEFF4B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36CFA-81D5-547E-9D37-28F0EE81C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39247-7CB0-58DE-1128-618A34E20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7C433-1B04-3033-3773-B8E2FE7F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8B86-AABF-F7EB-E8B0-C2EAD47D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7D57A-008A-63A1-7C84-E54A04C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149B4-8CAF-6C50-7EF7-983CA48B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1E37E-F85D-5136-3AF1-6A2AA42AE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87E61-B61C-0BF1-AE6C-4FFE9514A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234BF-4BF4-AA4C-BAEA-48D7FBA597B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D1164-757E-7932-39FE-08567054E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FF3C5-56A3-025A-5390-AFDDCCF1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E5C80-FC5D-A14B-8D43-88424E8B0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27B9-CB89-4746-4A76-ACF0C9350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FMX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45B41-D758-6B8D-46E8-346CF79F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9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A610A-4E93-D9B3-76AE-4CEDBD40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3" y="335055"/>
            <a:ext cx="1918076" cy="1279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8451B7-EFC6-2B05-86E9-300E7EDF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264" y="4510423"/>
            <a:ext cx="2147212" cy="1432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BD7D73-EFE6-6214-8DCA-319F8055E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6" y="4465067"/>
            <a:ext cx="1745883" cy="1164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DAE461-3F63-75D9-3C19-968039817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401" y="2269829"/>
            <a:ext cx="2263265" cy="1509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12D938-E767-3D42-47A3-2E220D72A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160" y="4460653"/>
            <a:ext cx="2830177" cy="18881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140086-D5F1-161B-A5EC-AC52E66ABE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4012" y="393327"/>
            <a:ext cx="1745885" cy="11647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B3588-7A5B-FEC1-12C4-1650484FA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9683" y="406273"/>
            <a:ext cx="2390139" cy="15945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26D77F-E1BB-92FF-5C45-394D85AB65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334" y="2386195"/>
            <a:ext cx="2153711" cy="14368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AEC31-47C5-050E-9B94-89623514C3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3418" y="4493413"/>
            <a:ext cx="2688812" cy="17938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B5589B-8E5E-4481-95D6-70CDC76BE0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5324" y="406273"/>
            <a:ext cx="2400237" cy="16013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2703EC-B81C-6514-F5CE-EB02E34B64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7643" y="4465067"/>
            <a:ext cx="1745884" cy="11647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D9AD43-2798-F624-4A44-670995838D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6684" y="4460653"/>
            <a:ext cx="2663481" cy="17769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BEBC19-2912-67EA-69ED-737316DFA8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5990" y="399536"/>
            <a:ext cx="2400237" cy="16013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2AAE62-574A-21F1-27AE-D5F39E5B99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5987" y="2269829"/>
            <a:ext cx="2041731" cy="136214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E39BE46-A322-665F-2E2A-5344143F4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4940" y="476432"/>
            <a:ext cx="1877647" cy="12526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48883B8-C4F6-6DB7-C31A-E9DD5C911E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54045" y="2357851"/>
            <a:ext cx="2153710" cy="14368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4BC9AA0-1E57-BE67-1DEF-99F15D10089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3210" y="418074"/>
            <a:ext cx="2041730" cy="13621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2577321-04AF-2173-69FF-C9E4918CC12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68847" y="4493413"/>
            <a:ext cx="2745626" cy="18317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F62A7E-94EF-9226-7C77-09BBFF33083D}"/>
              </a:ext>
            </a:extLst>
          </p:cNvPr>
          <p:cNvSpPr txBox="1"/>
          <p:nvPr/>
        </p:nvSpPr>
        <p:spPr>
          <a:xfrm>
            <a:off x="3573527" y="23467"/>
            <a:ext cx="343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NN_FMX 18_260317_143148</a:t>
            </a:r>
          </a:p>
        </p:txBody>
      </p:sp>
    </p:spTree>
    <p:extLst>
      <p:ext uri="{BB962C8B-B14F-4D97-AF65-F5344CB8AC3E}">
        <p14:creationId xmlns:p14="http://schemas.microsoft.com/office/powerpoint/2010/main" val="95534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x-ray images of teeth&#10;&#10;AI-generated content may be incorrect.">
            <a:extLst>
              <a:ext uri="{FF2B5EF4-FFF2-40B4-BE49-F238E27FC236}">
                <a16:creationId xmlns:a16="http://schemas.microsoft.com/office/drawing/2014/main" id="{F6059D11-7D80-87DD-DEC3-0CB1AB00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3" y="1150814"/>
            <a:ext cx="11680214" cy="50737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358B26-D141-97DF-AFF7-DEB70582BB20}"/>
              </a:ext>
            </a:extLst>
          </p:cNvPr>
          <p:cNvSpPr txBox="1"/>
          <p:nvPr/>
        </p:nvSpPr>
        <p:spPr>
          <a:xfrm>
            <a:off x="4156851" y="264150"/>
            <a:ext cx="343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NN_FMX 18_260317_143148</a:t>
            </a:r>
          </a:p>
        </p:txBody>
      </p:sp>
    </p:spTree>
    <p:extLst>
      <p:ext uri="{BB962C8B-B14F-4D97-AF65-F5344CB8AC3E}">
        <p14:creationId xmlns:p14="http://schemas.microsoft.com/office/powerpoint/2010/main" val="296688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0002a9b-0017-404d-97dc-3d3bab09be81}" enabled="0" method="" siteId="{b0002a9b-0017-404d-97dc-3d3bab09be8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FMX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Perelman, Sharon</dc:creator>
  <cp:lastModifiedBy>Perelman, Sharon</cp:lastModifiedBy>
  <cp:revision>1</cp:revision>
  <dcterms:created xsi:type="dcterms:W3CDTF">2026-04-05T19:37:41Z</dcterms:created>
  <dcterms:modified xsi:type="dcterms:W3CDTF">2026-04-07T14:32:31Z</dcterms:modified>
</cp:coreProperties>
</file>